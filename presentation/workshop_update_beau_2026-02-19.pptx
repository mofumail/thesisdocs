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Noem kort waarom dit relevant is voor robustere RS-evaluatie en training. Timing: ~60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Houd dit hoog-over; details komen op volgende slides. Timing: ~60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zien dat je het veld kent en waar de variatie zit. Timing: ~75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Gebruik deze slide als centrale probleemdefinitie. Timing: ~75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Noem dat dit een eerste formulering is en feedback welkom is. Timing: ~60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je methodeslide: maak het concreet en controleerbaar. Timing: ~90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Koppel expliciet aan je gekozen probleemtype (structured event logs). Timing: ~75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 dit persoonlijk en kort; sluit af met concrete feedbackvraag. Timing: 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4213D"/>
                </a:solidFill>
              </a:defRPr>
            </a:pPr>
            <a:r>
              <a:t>Afstudeerupdate: Interaction Generator voor Recommender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100">
                <a:solidFill>
                  <a:srgbClr val="464646"/>
                </a:solidFill>
              </a:defRPr>
            </a:pPr>
            <a:r>
              <a:t>Expert Workshop PvA tips + Projectvoorstel</a:t>
            </a:r>
          </a:p>
          <a:p>
            <a:r>
              <a:t>19 februari 2026</a:t>
            </a:r>
          </a:p>
          <a:p>
            <a:r>
              <a:t>Beau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1) Korte context van het onderzoeksgebied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Recommender systems worden meestal geëvalueerd met statische data, terwijl gedrag dynamisch is.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Voor realistische evaluatie is synthetische interactiedata nodig (sessies, acties, timing).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In onze setting: component (1) arrivals bestaat al; component (2) interaction generation moet verbeterd worden.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2) Synthetic data landscape -&gt; focus op 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Breed synthetic-data kader: surveys [1], [19], [21].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Binnen RS: simulatie als aparte subliteratuur met eigen evaluatieproblemen.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Doel voor deze thesis: interacties niet alleen voorspellen, maar volledige logs genereren.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40">
                <a:solidFill>
                  <a:srgbClr val="5F5F5F"/>
                </a:solidFill>
              </a:defRPr>
            </a:pPr>
            <a:r>
              <a:t>[1] M. Abufadda and K. Mansour, "A Survey of Synthetic Data Generation for Machine Learning," ACIT, 2021. https://doi.org/10.1109/ACIT53391.2021.9677302 | [19] J. Jordon et al., "Synthetic Data—What, why and how?" arXiv:2205.03257, 2022. http://arxiv.org/abs/2205.03257 | [21] Y. Lu et al., "Machine Learning for Synthetic Data Generation: A Review," arXiv:2302.04062, 2024. http://arxiv.org/abs/2302.04062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3) Bestaande RS-simulatie aanpakken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Anchor: Stavinova survey [25] over synthetic-data simulators voor RS.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Frameworks/simulators: SIREN [4], T-RECS [22], Accordion [24].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Generators: DataGenCARS [13], Jakomin [18], plus GAN-richtingen.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Conclusie: veel methodes, maar geen duidelijke convergentie op één dominante aanpak.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40">
                <a:solidFill>
                  <a:srgbClr val="5F5F5F"/>
                </a:solidFill>
              </a:defRPr>
            </a:pPr>
            <a:r>
              <a:t>[25] E. Stavinova et al., "Synthetic Data-Based Simulators for Recommender Systems: A Survey," arXiv:2206.11338, 2022. http://arxiv.org/abs/2206.11338 | [4] D. Bountouridis et al., "SIREN: A Simulation Framework for Understanding the Effects of Recommender Systems in Online News Environments," FAT*, 2019. https://doi.org/10.1145/3287560.3287583 | [22] E. Lucherini et al., "T-RECS: A Simulation Tool to Study the Societal Impact of Recommender Systems," arXiv:2107.08959, 2021. http://arxiv.org/abs/2107.08959 | [24] J. McInerney et al., "Accordion: A Trainable Simulator for Long-Term Interactive Systems," RecSys, 2021. https://doi.org/10.1145/3460231.3474259 | [13] M. del Carmen Rodríguez-Hernández et al., "DataGenCARS: A generator of synthetic data for the evaluation of context-aware recommendation systems," Pervasive and Mobile Computing, 2017. https://doi.org/10.1016/j.pmcj.2016.09.020 | [18] M. Jakomin, T. Curk, and Z. Bosnić, "Generating inter-dependent data streams for recommender systems," Simulation Modelling Practice and Theory, 2018. https://doi.org/10.1016/j.simpat.2018.07.013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4) Literatuurkloof (kern)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RS-simulatie literatuur en sequential recommendation literatuur zijn parallel ontwikkeld.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Simulatiepapers genereren data, maar gebruiken vrijwel geen transformer-gebaseerde sequentiemodellen.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Sequential recommendation papers (SASRec/BERT4Rec/BST) tonen sterke sequence-modellering, maar focussen op predictie i.p.v. generatie.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Kloof: de modellen die gebruikerssequenties het best begrijpen, worden niet ingezet om die interacties te simuleren.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40">
                <a:solidFill>
                  <a:srgbClr val="5F5F5F"/>
                </a:solidFill>
              </a:defRPr>
            </a:pPr>
            <a:r>
              <a:t>[25] E. Stavinova et al., "Synthetic Data-Based Simulators for Recommender Systems: A Survey," arXiv:2206.11338, 2022. http://arxiv.org/abs/2206.11338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5) Eerste draft onderzoeksvraag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Hoe en in welke mate kan een autoregressieve transformer realistische synthetische gebruikersinteractielogs genereren voor training en evaluatie van recommender systems?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Subvraag: presteert dit beter dan regel/statistische en GAN-gebaseerde alternatieven?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Werkhypothese: betere sequentiële fideliteit + betere downstream utility.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6) Voorgestelde methode: multi-head autoregressieve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Te genereren tuple per tijdstap: (user_id, session_id, action_type, item_id, Δt, context_t).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Head A: p(action_t | history)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Head B: p(item_t | action_t, history)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Head C: p(Δt_t | action_t, item_t, history)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Voordeel: causal sequence generation + constraints (bv. geen purchase zonder eerdere view/cart).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7) Waarom AR-transformer i.p.v. GAN als hoofdroute?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Discrete outputs: interactiedata is token-achtig (action/item), AR-modellen zijn hiervoor natuurlijk.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Stabiliteit/diversiteit: minder gevoelig voor mode collapse dan GAN-training in deze context [11], [16].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Controllability: prefix-conditioning en expliciete validiteitsregels tijdens generatie.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Evaluatie: expliciete likelihood per stap maakt vergelijking en ablatie helderder.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996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40">
                <a:solidFill>
                  <a:srgbClr val="5F5F5F"/>
                </a:solidFill>
              </a:defRPr>
            </a:pPr>
            <a:r>
              <a:t>[11] A. Creswell et al., "Generative Adversarial Networks: An Overview," IEEE Signal Processing Magazine, 2018. https://doi.org/10.1109/MSP.2017.2765202 | [16] A. Figueira and B. Vaz, "Survey on Synthetic Data Generation, Evaluation Methods and GANs," Mathematics, 2022. https://doi.org/10.3390/math10152733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8) Labomgeving + eerste indruk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32323"/>
                </a:solidFill>
              </a:defRPr>
            </a:pPr>
            <a:r>
              <a:t>Labomgeving/dagelijkse routine: [kort mondeling toe te lichten].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Eerste indruk: sterke basis in literatuur en duidelijke modelrichting.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Volgende stappen: baselinevergelijking, fidelity-metrics, downstream RS-evaluatie.</a:t>
            </a:r>
          </a:p>
          <a:p>
            <a:pPr>
              <a:defRPr sz="2300">
                <a:solidFill>
                  <a:srgbClr val="232323"/>
                </a:solidFill>
              </a:defRPr>
            </a:pPr>
            <a:r>
              <a:t>Feedbackvraag: welke evaluatiemetrieken zijn voor jullie essentieel om de simulator als overtuigend te zien?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